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2026-01-12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Esports Earnings Intelligence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Intelligence Specialist Portfolio Project</a:t>
            </a:r>
          </a:p>
          <a:p>
            <a:r>
              <a:t>Target Organization: Esports World Cup Foundation (Riyadh)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Build an executive-grade BI solution for global esports earnings</a:t>
            </a:r>
          </a:p>
          <a:p>
            <a:pPr marL="0" indent="0">
              <a:buNone/>
            </a:pPr>
            <a:r>
              <a:rPr dirty="0"/>
              <a:t>• Support strategic decision-making across players, teams, games, and regions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Kaggle – Highest Earning Players</a:t>
            </a:r>
          </a:p>
          <a:p>
            <a:pPr marL="0" indent="0">
              <a:buNone/>
            </a:pPr>
            <a:r>
              <a:rPr dirty="0"/>
              <a:t>• Kaggle – Highest Earning Teams</a:t>
            </a:r>
          </a:p>
          <a:p>
            <a:pPr marL="0" indent="0">
              <a:buNone/>
            </a:pPr>
            <a:r>
              <a:rPr dirty="0"/>
              <a:t>• Country &amp; Continent Reference Data</a:t>
            </a:r>
          </a:p>
          <a:p>
            <a:pPr marL="0" indent="0">
              <a:buNone/>
            </a:pPr>
            <a:r>
              <a:rPr dirty="0"/>
              <a:t>• Snapshot-based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UTF-8 encoding corruption in player names</a:t>
            </a:r>
          </a:p>
          <a:p>
            <a:pPr marL="0" indent="0">
              <a:buNone/>
            </a:pPr>
            <a:r>
              <a:rPr dirty="0"/>
              <a:t>• Inconsistent country codes and spellings</a:t>
            </a:r>
          </a:p>
          <a:p>
            <a:pPr marL="0" indent="0">
              <a:buNone/>
            </a:pPr>
            <a:r>
              <a:rPr dirty="0"/>
              <a:t>• Skewed earnings distribution</a:t>
            </a:r>
          </a:p>
          <a:p>
            <a:pPr marL="0" indent="0">
              <a:buNone/>
            </a:pPr>
            <a:r>
              <a:rPr dirty="0"/>
              <a:t>• Missing timestamps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Identified encoding issues using VS Code</a:t>
            </a:r>
          </a:p>
          <a:p>
            <a:pPr marL="0" indent="0">
              <a:buNone/>
            </a:pPr>
            <a:r>
              <a:rPr dirty="0"/>
              <a:t>• Corrected player names and handles</a:t>
            </a:r>
          </a:p>
          <a:p>
            <a:pPr marL="0" indent="0">
              <a:buNone/>
            </a:pPr>
            <a:r>
              <a:rPr dirty="0"/>
              <a:t>• Standardized country codes</a:t>
            </a:r>
          </a:p>
          <a:p>
            <a:pPr marL="0" indent="0">
              <a:buNone/>
            </a:pPr>
            <a:r>
              <a:rPr dirty="0"/>
              <a:t>• Validated earnings completeness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Star schema design</a:t>
            </a:r>
          </a:p>
          <a:p>
            <a:pPr marL="0" indent="0">
              <a:buNone/>
            </a:pPr>
            <a:r>
              <a:rPr dirty="0"/>
              <a:t>• Fact and dimension tables</a:t>
            </a:r>
          </a:p>
          <a:p>
            <a:pPr marL="0" indent="0">
              <a:buNone/>
            </a:pPr>
            <a:r>
              <a:rPr dirty="0"/>
              <a:t>• Bridge table for continent ambiguity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 Dimension &amp;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Synthetic Date table (2015–2024)</a:t>
            </a:r>
          </a:p>
          <a:p>
            <a:pPr marL="0" indent="0">
              <a:buNone/>
            </a:pPr>
            <a:r>
              <a:rPr dirty="0"/>
              <a:t>• Enables trend simulation</a:t>
            </a:r>
          </a:p>
          <a:p>
            <a:pPr marL="0" indent="0">
              <a:buNone/>
            </a:pPr>
            <a:r>
              <a:rPr dirty="0"/>
              <a:t>• Used for benchmarking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Prize Pool: $398M</a:t>
            </a:r>
          </a:p>
          <a:p>
            <a:pPr marL="0" indent="0">
              <a:buNone/>
            </a:pPr>
            <a:r>
              <a:rPr dirty="0"/>
              <a:t>• Total Players: 998</a:t>
            </a:r>
          </a:p>
          <a:p>
            <a:pPr marL="0" indent="0">
              <a:buNone/>
            </a:pPr>
            <a:r>
              <a:rPr dirty="0"/>
              <a:t>• Total Teams: 505</a:t>
            </a:r>
          </a:p>
          <a:p>
            <a:pPr marL="0" indent="0">
              <a:buNone/>
            </a:pPr>
            <a:r>
              <a:rPr dirty="0"/>
              <a:t>• Avg Prize per Player: $399K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Player &amp; Team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Top players average $5.5M</a:t>
            </a:r>
          </a:p>
          <a:p>
            <a:pPr marL="0" indent="0">
              <a:buNone/>
            </a:pPr>
            <a:r>
              <a:rPr dirty="0"/>
              <a:t>• Leading teams exceed $30M</a:t>
            </a:r>
          </a:p>
          <a:p>
            <a:pPr marL="0" indent="0">
              <a:buNone/>
            </a:pPr>
            <a:r>
              <a:rPr dirty="0"/>
              <a:t>• Competitive lower-tier teams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&amp; Genre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Heartstone leads with 35%</a:t>
            </a:r>
          </a:p>
          <a:p>
            <a:pPr marL="0" indent="0">
              <a:buNone/>
            </a:pPr>
            <a:r>
              <a:rPr dirty="0"/>
              <a:t>• MOBA dominates participation</a:t>
            </a:r>
          </a:p>
          <a:p>
            <a:pPr marL="0" indent="0">
              <a:buNone/>
            </a:pPr>
            <a:r>
              <a:rPr dirty="0"/>
              <a:t>• Genre-based investment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Geography &amp; Market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China, Korea, USA lead</a:t>
            </a:r>
          </a:p>
          <a:p>
            <a:pPr marL="0" indent="0">
              <a:buNone/>
            </a:pPr>
            <a:r>
              <a:rPr dirty="0"/>
              <a:t>• Africa &amp; Asia growth potential</a:t>
            </a:r>
          </a:p>
          <a:p>
            <a:pPr marL="0" indent="0">
              <a:buNone/>
            </a:pPr>
            <a:r>
              <a:rPr dirty="0"/>
              <a:t>• Weekday prize dominance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Diversify prize pools</a:t>
            </a:r>
          </a:p>
          <a:p>
            <a:pPr marL="0" indent="0">
              <a:buNone/>
            </a:pPr>
            <a:r>
              <a:rPr dirty="0"/>
              <a:t>• Invest in growth regions</a:t>
            </a:r>
          </a:p>
          <a:p>
            <a:pPr marL="0" indent="0">
              <a:buNone/>
            </a:pPr>
            <a:r>
              <a:rPr dirty="0"/>
              <a:t>• Optimize event timing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BI, DAX, Excel</a:t>
            </a:r>
          </a:p>
          <a:p>
            <a:pPr marL="0" indent="0">
              <a:buNone/>
            </a:pPr>
            <a:r>
              <a:rPr dirty="0"/>
              <a:t>• VS Code data validation</a:t>
            </a:r>
          </a:p>
          <a:p>
            <a:pPr marL="0" indent="0">
              <a:buNone/>
            </a:pPr>
            <a:r>
              <a:rPr dirty="0"/>
              <a:t>• Executive storytelling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Executive-ready BI platform</a:t>
            </a:r>
          </a:p>
          <a:p>
            <a:pPr marL="0" indent="0">
              <a:buNone/>
            </a:pPr>
            <a:r>
              <a:rPr dirty="0"/>
              <a:t>• Supports strategic planning</a:t>
            </a:r>
          </a:p>
          <a:p>
            <a:pPr marL="0" indent="0">
              <a:buNone/>
            </a:pPr>
            <a:r>
              <a:rPr dirty="0"/>
              <a:t>• Aligned with BI Specialist 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290</Words>
  <Application>Microsoft Office PowerPoint</Application>
  <PresentationFormat>On-screen Show (4:3)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Esports Earnings Intelligence Platform</vt:lpstr>
      <vt:lpstr>Business Objective</vt:lpstr>
      <vt:lpstr>Data Sources</vt:lpstr>
      <vt:lpstr>Data Quality Challenges</vt:lpstr>
      <vt:lpstr>Data Cleaning &amp; Validation</vt:lpstr>
      <vt:lpstr>Data Modeling Approach</vt:lpstr>
      <vt:lpstr>Date Dimension &amp; Benchmarking</vt:lpstr>
      <vt:lpstr>Executive Overview Insights</vt:lpstr>
      <vt:lpstr>Player &amp; Team Performance</vt:lpstr>
      <vt:lpstr>Game &amp; Genre Economics</vt:lpstr>
      <vt:lpstr>Geography &amp; Market Expansion</vt:lpstr>
      <vt:lpstr>Strategic Recommendations</vt:lpstr>
      <vt:lpstr>Tools &amp; Skills Demonstrated</vt:lpstr>
      <vt:lpstr>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Nadani Abbas</cp:lastModifiedBy>
  <cp:revision>2</cp:revision>
  <dcterms:created xsi:type="dcterms:W3CDTF">2013-01-27T09:14:16Z</dcterms:created>
  <dcterms:modified xsi:type="dcterms:W3CDTF">2026-01-11T23:14:21Z</dcterms:modified>
  <cp:category/>
</cp:coreProperties>
</file>